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89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149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9176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60247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3879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4580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8473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9637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19894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255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4825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ABD9D50-51CC-4A71-AA8A-0AD12E9B811F}" type="datetimeFigureOut">
              <a:rPr lang="es-CO" smtClean="0"/>
              <a:t>4/07/2026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15F70E-27E6-42FD-ACF3-BA30E8B7A1C6}" type="slidenum">
              <a:rPr lang="es-CO" smtClean="0"/>
              <a:t>‹Nº›</a:t>
            </a:fld>
            <a:endParaRPr lang="es-CO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50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E98E80-0FD0-A013-26DE-35FBD87E37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CO" dirty="0"/>
              <a:t>Escuela online</a:t>
            </a:r>
            <a:br>
              <a:rPr lang="es-CO" dirty="0"/>
            </a:br>
            <a:br>
              <a:rPr lang="es-CO" dirty="0"/>
            </a:br>
            <a:r>
              <a:rPr lang="es-CO" dirty="0"/>
              <a:t>Análisis del desempeño de campañas de marketing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4CCE45-4B74-D2BE-8F8D-EC9400C994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 err="1"/>
              <a:t>Dashboard</a:t>
            </a:r>
            <a:r>
              <a:rPr lang="es-CO" dirty="0"/>
              <a:t> de marketing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/>
              <a:t>Andrés Pérez cera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dirty="0"/>
              <a:t>4 Julio 2026</a:t>
            </a:r>
          </a:p>
        </p:txBody>
      </p:sp>
    </p:spTree>
    <p:extLst>
      <p:ext uri="{BB962C8B-B14F-4D97-AF65-F5344CB8AC3E}">
        <p14:creationId xmlns:p14="http://schemas.microsoft.com/office/powerpoint/2010/main" val="3039710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C2DDF-0E6C-52F8-A7F4-EF105B0F3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Objetivo del análisis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D60922-27E3-F682-14C7-48ADF8604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objetivo de este proyecto es analizar el rendimiento de las campañas de marketing de Escuela Online mediante un </a:t>
            </a:r>
            <a:r>
              <a:rPr lang="es-MX" dirty="0" err="1"/>
              <a:t>dashboard</a:t>
            </a:r>
            <a:r>
              <a:rPr lang="es-MX" dirty="0"/>
              <a:t> interactivo. Se evaluó el tráfico del sitio web, la generación de leads, las conversiones, los costos y la rentabilidad de cada canal para identificar oportunidades de mejora y apoyar la toma de decisiones del equipo de marketing.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87769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74DA3-6A1D-9CB8-D78D-21E98ABF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Indicadores principales 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DBEA5B99-ACC6-E25F-7F1F-B8CCFC78F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4049486"/>
            <a:ext cx="10058400" cy="1819608"/>
          </a:xfrm>
        </p:spPr>
        <p:txBody>
          <a:bodyPr/>
          <a:lstStyle/>
          <a:p>
            <a:r>
              <a:rPr lang="es-MX"/>
              <a:t>Estos indicadores ofrecen una visión general del desempeño de las campañas durante el período analizado.</a:t>
            </a:r>
            <a:endParaRPr lang="es-CO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E4FE60A-CF44-7CBC-2FF1-CEDE86493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511" y="1941616"/>
            <a:ext cx="8952977" cy="198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531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5C714-14F1-45B1-71BF-FC032A5AD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Canales con mayor volumen de tráfico</a:t>
            </a:r>
            <a:endParaRPr lang="es-CO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157737E-C999-EBE5-294A-7860B0368C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8895" y="2339439"/>
            <a:ext cx="6305796" cy="3529655"/>
          </a:xfrm>
        </p:spPr>
        <p:txBody>
          <a:bodyPr>
            <a:normAutofit lnSpcReduction="10000"/>
          </a:bodyPr>
          <a:lstStyle/>
          <a:p>
            <a:r>
              <a:rPr lang="es-MX" b="1" dirty="0"/>
              <a:t>Hallazgos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 err="1"/>
              <a:t>Yandex</a:t>
            </a:r>
            <a:r>
              <a:rPr lang="es-MX" dirty="0"/>
              <a:t> es la fuente que genera la mayor cantidad de visitantes al sitio.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b="1" dirty="0"/>
              <a:t>VK</a:t>
            </a:r>
            <a:r>
              <a:rPr lang="es-MX" dirty="0"/>
              <a:t> ocupa el segundo lugar en volumen de tráfico.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El resto de los canales aportan una cantidad significativamente menor de visitantes.</a:t>
            </a:r>
          </a:p>
          <a:p>
            <a:r>
              <a:rPr lang="es-CO" dirty="0"/>
              <a:t>Conclusión: la mayor parte del tráfico proviene de </a:t>
            </a:r>
            <a:r>
              <a:rPr lang="es-CO" dirty="0" err="1"/>
              <a:t>Yandex</a:t>
            </a:r>
            <a:r>
              <a:rPr lang="es-CO" dirty="0"/>
              <a:t> y VK, por lo que estos canales representan la principal fuente de adquisición de usuarios y deben ser monitoreados de forma continua 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0EF1F67-8BFF-133D-4793-B441F02CA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771" y="1900854"/>
            <a:ext cx="4423116" cy="4406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41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4BCC6-FAD6-8BB4-AB51-8B18BEDAE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Rentabilidad de los canales (ROI)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4B2624-2CE5-C171-CA3D-93952A0D66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1443" y="1845733"/>
            <a:ext cx="5090557" cy="4296375"/>
          </a:xfrm>
        </p:spPr>
        <p:txBody>
          <a:bodyPr>
            <a:normAutofit fontScale="92500" lnSpcReduction="20000"/>
          </a:bodyPr>
          <a:lstStyle/>
          <a:p>
            <a:r>
              <a:rPr lang="es-CO" b="1" dirty="0"/>
              <a:t>Hallazgos</a:t>
            </a:r>
          </a:p>
          <a:p>
            <a:pPr marL="0" indent="0">
              <a:buNone/>
            </a:pPr>
            <a:r>
              <a:rPr lang="es-MX" b="1" dirty="0" err="1"/>
              <a:t>Yandex</a:t>
            </a:r>
            <a:r>
              <a:rPr lang="es-MX" dirty="0"/>
              <a:t> obtuvo un </a:t>
            </a:r>
            <a:r>
              <a:rPr lang="es-MX" b="1" dirty="0"/>
              <a:t>ROI de 75,81 %</a:t>
            </a:r>
            <a:r>
              <a:rPr lang="es-MX" dirty="0"/>
              <a:t>, convirtiéndose en el canal con mejor rentabilidad entre las campañas analizadas.</a:t>
            </a:r>
          </a:p>
          <a:p>
            <a:pPr marL="0" indent="0">
              <a:buNone/>
            </a:pPr>
            <a:r>
              <a:rPr lang="es-MX" b="1" dirty="0"/>
              <a:t>VK</a:t>
            </a:r>
            <a:r>
              <a:rPr lang="es-MX" dirty="0"/>
              <a:t> alcanzó un </a:t>
            </a:r>
            <a:r>
              <a:rPr lang="es-MX" b="1" dirty="0"/>
              <a:t>ROI de 53,13 %</a:t>
            </a:r>
            <a:r>
              <a:rPr lang="es-MX" dirty="0"/>
              <a:t>, mostrando también un desempeño positivo y una buena recuperación de la inversión.</a:t>
            </a:r>
          </a:p>
          <a:p>
            <a:pPr marL="0" indent="0">
              <a:buNone/>
            </a:pPr>
            <a:r>
              <a:rPr lang="es-MX" dirty="0"/>
              <a:t>Los demás canales presentan un menor impacto o requieren un análisis adicional antes de aumentar la inversión. </a:t>
            </a:r>
          </a:p>
          <a:p>
            <a:r>
              <a:rPr lang="es-MX" b="1" dirty="0"/>
              <a:t>Conclusión</a:t>
            </a:r>
          </a:p>
          <a:p>
            <a:r>
              <a:rPr lang="es-MX" dirty="0"/>
              <a:t>Los resultados indican que </a:t>
            </a:r>
            <a:r>
              <a:rPr lang="es-MX" b="1" dirty="0" err="1"/>
              <a:t>Yandex</a:t>
            </a:r>
            <a:r>
              <a:rPr lang="es-MX" b="1" dirty="0"/>
              <a:t> y VK son los canales más rentables</a:t>
            </a:r>
            <a:r>
              <a:rPr lang="es-MX" dirty="0"/>
              <a:t> durante el período analizado. Se recomienda mantener la inversión en estos canales y continuar optimizando sus campañas para maximizar el retorno obtenido.</a:t>
            </a:r>
            <a:endParaRPr lang="es-MX" b="1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CO" dirty="0"/>
          </a:p>
          <a:p>
            <a:pPr marL="0" indent="0">
              <a:buNone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E220FC3-E6A2-9708-45BE-86551B78B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358" y="1845734"/>
            <a:ext cx="6006578" cy="429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35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894319-4389-BE66-7F3D-4F2B085B4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Recomendaciones para el equipo de marketing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8B7262-3285-AA7A-75A0-15F16B53C5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8370" y="1961957"/>
            <a:ext cx="2810493" cy="3925767"/>
          </a:xfrm>
        </p:spPr>
        <p:txBody>
          <a:bodyPr>
            <a:normAutofit lnSpcReduction="10000"/>
          </a:bodyPr>
          <a:lstStyle/>
          <a:p>
            <a:r>
              <a:rPr lang="es-MX" b="1" dirty="0"/>
              <a:t>⛔ Revisar o pausar</a:t>
            </a:r>
          </a:p>
          <a:p>
            <a:r>
              <a:rPr lang="es-MX" b="1" dirty="0"/>
              <a:t>Canales con bajo tráfico y bajo ROI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Evaluar si la inversión está generando resultados.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Si después de la optimización continúan sin ser rentables, considerar reducir o pausar la inversión y reasignar el presupuesto a los canales con mejor desempeño.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63C3C37-5972-71A1-D7DD-BA18D8840F3F}"/>
              </a:ext>
            </a:extLst>
          </p:cNvPr>
          <p:cNvSpPr txBox="1"/>
          <p:nvPr/>
        </p:nvSpPr>
        <p:spPr>
          <a:xfrm>
            <a:off x="463137" y="2078182"/>
            <a:ext cx="41682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✅ Mantener</a:t>
            </a:r>
          </a:p>
          <a:p>
            <a:r>
              <a:rPr lang="es-MX" b="1" dirty="0" err="1"/>
              <a:t>Yandex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Presenta el mayor ROI (</a:t>
            </a:r>
            <a:r>
              <a:rPr lang="es-MX" b="1" dirty="0"/>
              <a:t>75,81 %</a:t>
            </a:r>
            <a:r>
              <a:rPr lang="es-MX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Genera un alto volumen de visitantes.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Se recomienda mantener la inversión y seguir optimizando las campañas para maximizar los resultados. </a:t>
            </a:r>
          </a:p>
          <a:p>
            <a:r>
              <a:rPr lang="es-MX" b="1" dirty="0"/>
              <a:t>VK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Obtiene un ROI positivo (</a:t>
            </a:r>
            <a:r>
              <a:rPr lang="es-MX" b="1" dirty="0"/>
              <a:t>53,13 %</a:t>
            </a:r>
            <a:r>
              <a:rPr lang="es-MX" dirty="0"/>
              <a:t>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Aporta una cantidad importante de tráfico.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Conviene mantener este canal y continuar monitoreando su desempeño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E06FB53-D5BA-DCC5-8D86-2613680827DE}"/>
              </a:ext>
            </a:extLst>
          </p:cNvPr>
          <p:cNvSpPr txBox="1"/>
          <p:nvPr/>
        </p:nvSpPr>
        <p:spPr>
          <a:xfrm>
            <a:off x="4536374" y="2078182"/>
            <a:ext cx="41682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/>
              <a:t>⚙️ Optimizar</a:t>
            </a:r>
          </a:p>
          <a:p>
            <a:r>
              <a:rPr lang="es-MX" b="1" dirty="0"/>
              <a:t>Canales con tráfico o ROI intermedio</a:t>
            </a:r>
            <a:endParaRPr lang="es-MX" dirty="0"/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Analizar campañas, anuncios y segmentaciones.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Identificar oportunidades para mejorar la conversión de visitantes a leads.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Realizar pruebas A/B para optimizar el rendimiento antes de aumentar la inversión.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71304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90D8A-4547-800D-0428-1AA2F69D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Conclusiones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F54EAB9-63A4-AB5F-F696-6A46CB069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528663" cy="2928147"/>
          </a:xfrm>
        </p:spPr>
        <p:txBody>
          <a:bodyPr>
            <a:normAutofit fontScale="92500" lnSpcReduction="10000"/>
          </a:bodyPr>
          <a:lstStyle/>
          <a:p>
            <a:r>
              <a:rPr lang="es-CO" dirty="0"/>
              <a:t>Principales hallazgos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/>
              <a:t>Durante el periodo analizado, el </a:t>
            </a:r>
            <a:r>
              <a:rPr lang="es-CO" dirty="0" err="1"/>
              <a:t>dashboard</a:t>
            </a:r>
            <a:r>
              <a:rPr lang="es-CO" dirty="0"/>
              <a:t> permitió evaluar el desempeño de las campañas de marketing mediante indicadores de tráfico, generación de leads, conversiones, costos y rentabilidad.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 err="1"/>
              <a:t>Yandex</a:t>
            </a:r>
            <a:r>
              <a:rPr lang="es-CO" dirty="0"/>
              <a:t> fue el canal con mejor desempeño alcanzando un ROI de 75,81% y generando el mayor volumen de visitantes.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/>
              <a:t>VK también obtuvo resultados positivos, con un ROI de 53,13%, consolidándose como uno de los canales más rentables.</a:t>
            </a:r>
          </a:p>
          <a:p>
            <a:pPr marL="457200" indent="-457200">
              <a:buFont typeface="+mj-lt"/>
              <a:buAutoNum type="arabicPeriod"/>
            </a:pPr>
            <a:r>
              <a:rPr lang="es-CO" dirty="0"/>
              <a:t>El análisis evidencia que el uso de métricas como CPU, CPL, CPPU y ROI facilita la comparación entre canales y permite tomar decisiones basadas en los datos.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AB17DFD-70A4-F0D7-C595-E442E4BC29D6}"/>
              </a:ext>
            </a:extLst>
          </p:cNvPr>
          <p:cNvSpPr txBox="1"/>
          <p:nvPr/>
        </p:nvSpPr>
        <p:spPr>
          <a:xfrm>
            <a:off x="1097279" y="4773881"/>
            <a:ext cx="10314908" cy="147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4EFF3E2F-2328-75A1-2D7F-A9BF0CED9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7279" y="5007531"/>
            <a:ext cx="1052866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Recomendación final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recomienda mantener la inversión en los canales con mejor rendimiento (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Yandex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VK), optimizar las campañas con resultados intermedios y monitorear continuamente el </a:t>
            </a:r>
            <a:r>
              <a:rPr kumimoji="0" lang="es-CO" altLang="es-CO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</a:t>
            </a:r>
            <a:r>
              <a:rPr kumimoji="0" lang="es-CO" altLang="es-CO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evaluar el impacto de futuras campañas y realizar ajustes oportunos</a:t>
            </a:r>
            <a:r>
              <a:rPr kumimoji="0" lang="es-CO" altLang="es-CO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1801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BBDB9-B5D6-AC3D-046B-38EFC8DCB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Enlace del </a:t>
            </a:r>
            <a:r>
              <a:rPr lang="es-CO" dirty="0" err="1"/>
              <a:t>Dashboard</a:t>
            </a:r>
            <a:r>
              <a:rPr lang="es-CO" dirty="0"/>
              <a:t>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FF483D-C956-099A-85BC-6231C81CF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i="1" dirty="0">
                <a:hlinkClick r:id="rId2" action="ppaction://hlinksldjump"/>
              </a:rPr>
              <a:t>https://essenza571-my.sharepoint.com/:u:/g/personal/andresperez_essenza571_onmicrosoft_com/IQB4HphcWdwESJZxRWSZthP8AYHSB_TbWE2xieVJh7MSBhw?e=mhhw0w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321843278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138</TotalTime>
  <Words>611</Words>
  <Application>Microsoft Office PowerPoint</Application>
  <PresentationFormat>Panorámica</PresentationFormat>
  <Paragraphs>51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Retrospección</vt:lpstr>
      <vt:lpstr>Escuela online  Análisis del desempeño de campañas de marketing </vt:lpstr>
      <vt:lpstr>Objetivo del análisis </vt:lpstr>
      <vt:lpstr>Indicadores principales </vt:lpstr>
      <vt:lpstr>Canales con mayor volumen de tráfico</vt:lpstr>
      <vt:lpstr>Rentabilidad de los canales (ROI)</vt:lpstr>
      <vt:lpstr>Recomendaciones para el equipo de marketing</vt:lpstr>
      <vt:lpstr>Conclusiones</vt:lpstr>
      <vt:lpstr>Enlace del Dashboard: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Escuela online  Análisis del desempeño de campañas de marketing</dc:title>
  <dc:creator>Andrés Pérez</dc:creator>
  <cp:lastModifiedBy>Andrés Pérez</cp:lastModifiedBy>
  <cp:revision>1</cp:revision>
  <dcterms:created xsi:type="dcterms:W3CDTF">2026-07-05T01:54:08Z</dcterms:created>
  <dcterms:modified xsi:type="dcterms:W3CDTF">2026-07-05T04:12:43Z</dcterms:modified>
</cp:coreProperties>
</file>